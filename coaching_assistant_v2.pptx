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1097280" cy="5143500"/>
          </a:xfrm>
          <a:prstGeom prst="rect">
            <a:avLst/>
          </a:prstGeom>
          <a:solidFill>
            <a:srgbClr val="FDF8F3"/>
          </a:solidFill>
          <a:ln w="12700">
            <a:solidFill>
              <a:srgbClr val="FDF8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FDF8F3"/>
          </a:solidFill>
          <a:ln w="12700">
            <a:solidFill>
              <a:srgbClr val="FDF8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47472" y="25786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Incenteev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2999232"/>
            <a:ext cx="2377440" cy="0"/>
          </a:xfrm>
          <a:prstGeom prst="line">
            <a:avLst/>
          </a:prstGeom>
          <a:noFill/>
          <a:ln w="19050">
            <a:solidFill>
              <a:srgbClr val="EDD5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15468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coaching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manager,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level.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32120" y="548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Proof of 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024128"/>
            <a:ext cx="3108960" cy="0"/>
          </a:xfrm>
          <a:prstGeom prst="line">
            <a:avLst/>
          </a:prstGeom>
          <a:noFill/>
          <a:ln w="12700">
            <a:solidFill>
              <a:srgbClr val="EDD5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1170432"/>
            <a:ext cx="201168" cy="201168"/>
          </a:xfrm>
          <a:prstGeom prst="ellipse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11338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RAG · FAISS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32120" y="1828800"/>
            <a:ext cx="201168" cy="201168"/>
          </a:xfrm>
          <a:prstGeom prst="ellipse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7922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Manager profiles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32120" y="2487168"/>
            <a:ext cx="201168" cy="201168"/>
          </a:xfrm>
          <a:prstGeom prst="ellipse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4505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AI scoring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3145536"/>
            <a:ext cx="201168" cy="201168"/>
          </a:xfrm>
          <a:prstGeom prst="ellipse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3108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interface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532120" y="3803904"/>
            <a:ext cx="201168" cy="201168"/>
          </a:xfrm>
          <a:prstGeom prst="ellipse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3767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layer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32120" y="46177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Orange · Soc. Générale · LG · Groupama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managers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learned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coach.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11480" y="26517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burnt-out teams, missed deadlines,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talent that walks out the door.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0" y="320040"/>
            <a:ext cx="1737360" cy="2029968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320040"/>
            <a:ext cx="1737360" cy="54864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52120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13248" y="1417320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managers had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coaching training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320040"/>
            <a:ext cx="1737360" cy="2029968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320040"/>
            <a:ext cx="17373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52120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17s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7287768" y="1417320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before a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interrupts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606040"/>
            <a:ext cx="1737360" cy="2029968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2606040"/>
            <a:ext cx="173736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80720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5413248" y="3703320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praise needed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criticism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2606040"/>
            <a:ext cx="1737360" cy="2029968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2606040"/>
            <a:ext cx="1737360" cy="54864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80720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7287768" y="3703320"/>
            <a:ext cx="15179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want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never ask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8737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CoachAI by Incenteev  ·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that adapts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 manager.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743200" cy="3017520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965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21208" y="27889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" y="306324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" y="3566160"/>
            <a:ext cx="23408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coaching. No scheduling, no waiting. Short daily conversations beat quarterly reviews.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828800"/>
            <a:ext cx="2743200" cy="301752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965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29000" y="27889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306324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3566160"/>
            <a:ext cx="23408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adapts to the manager's name, role, company, goals, and preferred coaching style.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5624" y="1828800"/>
            <a:ext cx="2743200" cy="3017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1965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36792" y="27889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36792" y="3063240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36792" y="3566160"/>
            <a:ext cx="23408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C1C2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scored on 5 dimensions. Coaching quality improves measurably over 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8737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CoachAI by Incenteev  ·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1097280"/>
          </a:xfrm>
          <a:prstGeom prst="ellipse">
            <a:avLst/>
          </a:prstGeom>
          <a:solidFill>
            <a:srgbClr val="E8472A">
              <a:alpha val="85000"/>
            </a:srgbClr>
          </a:solidFill>
          <a:ln w="25400">
            <a:solidFill>
              <a:srgbClr val="E84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72768" y="1901952"/>
            <a:ext cx="32918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371600"/>
            <a:ext cx="1097280" cy="1097280"/>
          </a:xfrm>
          <a:prstGeom prst="ellipse">
            <a:avLst/>
          </a:prstGeom>
          <a:solidFill>
            <a:srgbClr val="FF6B47">
              <a:alpha val="85000"/>
            </a:srgbClr>
          </a:solidFill>
          <a:ln w="25400">
            <a:solidFill>
              <a:srgbClr val="FF6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35808" y="1901952"/>
            <a:ext cx="32918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371600"/>
            <a:ext cx="1097280" cy="1097280"/>
          </a:xfrm>
          <a:prstGeom prst="ellipse">
            <a:avLst/>
          </a:prstGeom>
          <a:solidFill>
            <a:srgbClr val="F5A623">
              <a:alpha val="85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k=3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98848" y="1901952"/>
            <a:ext cx="32918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371600"/>
            <a:ext cx="1097280" cy="1097280"/>
          </a:xfrm>
          <a:prstGeom prst="ellipse">
            <a:avLst/>
          </a:prstGeom>
          <a:solidFill>
            <a:srgbClr val="00897B">
              <a:alpha val="85000"/>
            </a:srgbClr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61888" y="1901952"/>
            <a:ext cx="32918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371600"/>
            <a:ext cx="1097280" cy="1097280"/>
          </a:xfrm>
          <a:prstGeom prst="ellipse">
            <a:avLst/>
          </a:prstGeom>
          <a:solidFill>
            <a:srgbClr val="22C55E">
              <a:alpha val="8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24928" y="1901952"/>
            <a:ext cx="32918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371600"/>
            <a:ext cx="1097280" cy="1097280"/>
          </a:xfrm>
          <a:prstGeom prst="ellipse">
            <a:avLst/>
          </a:prstGeom>
          <a:solidFill>
            <a:srgbClr val="A78BFA">
              <a:alpha val="85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dims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8595360" cy="54864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89504"/>
            <a:ext cx="8595360" cy="1783080"/>
          </a:xfrm>
          <a:prstGeom prst="rect">
            <a:avLst/>
          </a:prstGeom>
          <a:solidFill>
            <a:srgbClr val="141430"/>
          </a:solidFill>
          <a:ln w="12700">
            <a:solidFill>
              <a:srgbClr val="141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44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 —  25 coaching documents across 8 categories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" y="3364992"/>
            <a:ext cx="1572768" cy="310896"/>
          </a:xfrm>
          <a:prstGeom prst="rect">
            <a:avLst/>
          </a:prstGeom>
          <a:solidFill>
            <a:srgbClr val="E8472A">
              <a:alpha val="18000"/>
            </a:srgbClr>
          </a:solidFill>
          <a:ln w="9525">
            <a:solidFill>
              <a:srgbClr val="E84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36499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Model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21408" y="3364992"/>
            <a:ext cx="1572768" cy="310896"/>
          </a:xfrm>
          <a:prstGeom prst="rect">
            <a:avLst/>
          </a:prstGeom>
          <a:solidFill>
            <a:srgbClr val="F5A623">
              <a:alpha val="18000"/>
            </a:srgbClr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1408" y="336499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Feedback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03904" y="3364992"/>
            <a:ext cx="1572768" cy="310896"/>
          </a:xfrm>
          <a:prstGeom prst="rect">
            <a:avLst/>
          </a:prstGeom>
          <a:solidFill>
            <a:srgbClr val="00897B">
              <a:alpha val="18000"/>
            </a:srgbClr>
          </a:solidFill>
          <a:ln w="9525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3904" y="336499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3364992"/>
            <a:ext cx="1572768" cy="310896"/>
          </a:xfrm>
          <a:prstGeom prst="rect">
            <a:avLst/>
          </a:prstGeom>
          <a:solidFill>
            <a:srgbClr val="FF6B47">
              <a:alpha val="18000"/>
            </a:srgbClr>
          </a:solidFill>
          <a:ln w="9525">
            <a:solidFill>
              <a:srgbClr val="FF6B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336499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1-on-1 Meetings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68896" y="3364992"/>
            <a:ext cx="1572768" cy="310896"/>
          </a:xfrm>
          <a:prstGeom prst="rect">
            <a:avLst/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68896" y="336499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Underperformance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912" y="3803904"/>
            <a:ext cx="1572768" cy="310896"/>
          </a:xfrm>
          <a:prstGeom prst="rect">
            <a:avLst/>
          </a:prstGeom>
          <a:solidFill>
            <a:srgbClr val="22C55E">
              <a:alpha val="18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803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Psych. Safety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21408" y="3803904"/>
            <a:ext cx="1572768" cy="310896"/>
          </a:xfrm>
          <a:prstGeom prst="rect">
            <a:avLst/>
          </a:prstGeom>
          <a:solidFill>
            <a:srgbClr val="E8472A">
              <a:alpha val="18000"/>
            </a:srgbClr>
          </a:solidFill>
          <a:ln w="9525">
            <a:solidFill>
              <a:srgbClr val="E84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21408" y="3803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Conflict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03904" y="3803904"/>
            <a:ext cx="1572768" cy="310896"/>
          </a:xfrm>
          <a:prstGeom prst="rect">
            <a:avLst/>
          </a:prstGeom>
          <a:solidFill>
            <a:srgbClr val="F5A623">
              <a:alpha val="18000"/>
            </a:srgbClr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03904" y="3803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Coaching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0" y="3803904"/>
            <a:ext cx="1572768" cy="310896"/>
          </a:xfrm>
          <a:prstGeom prst="rect">
            <a:avLst/>
          </a:prstGeom>
          <a:solidFill>
            <a:srgbClr val="00897B">
              <a:alpha val="18000"/>
            </a:srgbClr>
          </a:solidFill>
          <a:ln w="9525">
            <a:solidFill>
              <a:srgbClr val="0089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3803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30"/>
          </a:solidFill>
          <a:ln w="12700">
            <a:solidFill>
              <a:srgbClr val="1414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8737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CoachAI by Incenteev  ·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MANAGER PROFILES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demo profiles · 25 synthetic managers · 8 companies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1298448"/>
            <a:ext cx="1097280" cy="256032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10512" y="12984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NON-DIRECTIVE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38912" y="13350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Martin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048256"/>
            <a:ext cx="2377440" cy="0"/>
          </a:xfrm>
          <a:prstGeom prst="line">
            <a:avLst/>
          </a:prstGeom>
          <a:noFill/>
          <a:ln w="9525">
            <a:solidFill>
              <a:srgbClr val="1C1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1396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323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Select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63824" y="117043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8304" y="1298448"/>
            <a:ext cx="1097280" cy="256032"/>
          </a:xfrm>
          <a:prstGeom prst="rect">
            <a:avLst/>
          </a:prstGeom>
          <a:solidFill>
            <a:srgbClr val="E8472A">
              <a:alpha val="85000"/>
            </a:srgbClr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2984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46704" y="13350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Al-Rashid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46704" y="17190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46704" y="2048256"/>
            <a:ext cx="2377440" cy="0"/>
          </a:xfrm>
          <a:prstGeom prst="line">
            <a:avLst/>
          </a:prstGeom>
          <a:noFill/>
          <a:ln w="9525">
            <a:solidFill>
              <a:srgbClr val="1C1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21396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6704" y="24323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Select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71616" y="1170432"/>
            <a:ext cx="2743200" cy="1572768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6096" y="1298448"/>
            <a:ext cx="1097280" cy="256032"/>
          </a:xfrm>
          <a:prstGeom prst="rect">
            <a:avLst/>
          </a:prstGeom>
          <a:solidFill>
            <a:srgbClr val="E8472A">
              <a:alpha val="85000"/>
            </a:srgbClr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12984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54496" y="13350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Fontaine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54496" y="17190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Director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4496" y="2048256"/>
            <a:ext cx="2377440" cy="0"/>
          </a:xfrm>
          <a:prstGeom prst="line">
            <a:avLst/>
          </a:prstGeom>
          <a:noFill/>
          <a:ln w="9525">
            <a:solidFill>
              <a:srgbClr val="8880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1396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E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Soc. Générale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24323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Select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99923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10512" y="3127248"/>
            <a:ext cx="1097280" cy="256032"/>
          </a:xfrm>
          <a:prstGeom prst="rect">
            <a:avLst/>
          </a:prstGeom>
          <a:solidFill>
            <a:srgbClr val="E8472A">
              <a:alpha val="85000"/>
            </a:srgbClr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0512" y="3127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38912" y="31638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Ji-ho Kim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" y="3547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Team Lead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8912" y="3877056"/>
            <a:ext cx="2377440" cy="0"/>
          </a:xfrm>
          <a:prstGeom prst="line">
            <a:avLst/>
          </a:prstGeom>
          <a:noFill/>
          <a:ln w="9525">
            <a:solidFill>
              <a:srgbClr val="1C1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9684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" y="42611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Select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63824" y="299923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18304" y="3127248"/>
            <a:ext cx="1097280" cy="256032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3127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46704" y="31638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Isabelle Moreau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346704" y="3547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Supervisor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46704" y="3877056"/>
            <a:ext cx="2377440" cy="0"/>
          </a:xfrm>
          <a:prstGeom prst="line">
            <a:avLst/>
          </a:prstGeom>
          <a:noFill/>
          <a:ln w="9525">
            <a:solidFill>
              <a:srgbClr val="1C1C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39684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Groupama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46704" y="42611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Select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71616" y="2999232"/>
            <a:ext cx="2743200" cy="1572768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26096" y="3127248"/>
            <a:ext cx="1097280" cy="256032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6096" y="3127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NON-DIRECTIVE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254496" y="316382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254496" y="3547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54496" y="3877056"/>
            <a:ext cx="2377440" cy="0"/>
          </a:xfrm>
          <a:prstGeom prst="line">
            <a:avLst/>
          </a:prstGeom>
          <a:noFill/>
          <a:ln w="9525">
            <a:solidFill>
              <a:srgbClr val="8880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39684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E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54496" y="42611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Select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DD5B8"/>
          </a:solidFill>
          <a:ln w="12700">
            <a:solidFill>
              <a:srgbClr val="EDD5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8737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CoachAI by Incenteev  ·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2176272"/>
            <a:ext cx="1828800" cy="0"/>
          </a:xfrm>
          <a:prstGeom prst="line">
            <a:avLst/>
          </a:prstGeom>
          <a:noFill/>
          <a:ln w="12700">
            <a:solidFill>
              <a:srgbClr val="EDD5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304288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judges every coaching response on 5 dimensions in real-time.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382219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improves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measurably over time.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54680" y="3474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34747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0" y="420624"/>
            <a:ext cx="338328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420624"/>
            <a:ext cx="2706624" cy="201168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7315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1115568"/>
            <a:ext cx="5715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24358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24358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40680" y="1316736"/>
            <a:ext cx="338328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1316736"/>
            <a:ext cx="3383280" cy="201168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627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54680" y="2011680"/>
            <a:ext cx="5715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1396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13969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40680" y="2212848"/>
            <a:ext cx="338328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2212848"/>
            <a:ext cx="2706624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523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154680" y="2907792"/>
            <a:ext cx="5715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30358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03580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40680" y="3108960"/>
            <a:ext cx="338328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3108960"/>
            <a:ext cx="338328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34198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154680" y="3803904"/>
            <a:ext cx="5715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9319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93192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40680" y="4005072"/>
            <a:ext cx="3383280" cy="201168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40680" y="4005072"/>
            <a:ext cx="2706624" cy="201168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4680" y="4315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production-grade and swappable.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2011680" cy="438912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2618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737360"/>
            <a:ext cx="45720" cy="713232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3736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HTML/CSS/JS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2542032"/>
            <a:ext cx="45720" cy="713232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4203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UI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3346704"/>
            <a:ext cx="45720" cy="713232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34670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switcher sidebar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4151376"/>
            <a:ext cx="45720" cy="713232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15137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overlay widget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32304" y="1261872"/>
            <a:ext cx="201168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32304" y="12618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32304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32304" y="1737360"/>
            <a:ext cx="4572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173736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(port 8000)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32304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32304" y="2542032"/>
            <a:ext cx="4572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54203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32304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32304" y="3346704"/>
            <a:ext cx="4572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334670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Swagger /docs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32304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2304" y="4151376"/>
            <a:ext cx="4572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415137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validation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08576" y="1261872"/>
            <a:ext cx="201168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12618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08576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08576" y="1737360"/>
            <a:ext cx="4572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173736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CoachingSession class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08576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08576" y="2542032"/>
            <a:ext cx="4572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254203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 (3 providers)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08576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08576" y="3346704"/>
            <a:ext cx="4572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34670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pipeline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08576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08576" y="4151376"/>
            <a:ext cx="4572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415137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judge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84848" y="1261872"/>
            <a:ext cx="2011680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84848" y="12618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784848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84848" y="1737360"/>
            <a:ext cx="45720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12864" y="173736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784848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84848" y="2542032"/>
            <a:ext cx="45720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12864" y="254203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784848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84848" y="3346704"/>
            <a:ext cx="45720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12864" y="334670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84848" y="914400"/>
            <a:ext cx="2011680" cy="713232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84848" y="4151376"/>
            <a:ext cx="45720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12864" y="415137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20"/>
          </a:solidFill>
          <a:ln w="12700">
            <a:solidFill>
              <a:srgbClr val="1414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48737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CoachAI by Incenteev  ·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PoC to production.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2029968"/>
            <a:ext cx="7955280" cy="0"/>
          </a:xfrm>
          <a:prstGeom prst="line">
            <a:avLst/>
          </a:prstGeom>
          <a:noFill/>
          <a:ln w="19050">
            <a:solidFill>
              <a:srgbClr val="EDD5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664208"/>
            <a:ext cx="731520" cy="731520"/>
          </a:xfrm>
          <a:prstGeom prst="ellipse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664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157276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4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487168"/>
            <a:ext cx="1572768" cy="54864"/>
          </a:xfrm>
          <a:prstGeom prst="rect">
            <a:avLst/>
          </a:prstGeom>
          <a:solidFill>
            <a:srgbClr val="E8472A"/>
          </a:solidFill>
          <a:ln w="12700">
            <a:solidFill>
              <a:srgbClr val="E84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633472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PDFs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" y="3090672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coaching manuals via PyPDFLoader. Persist FAISS to disk.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95144" y="1664208"/>
            <a:ext cx="731520" cy="731520"/>
          </a:xfrm>
          <a:prstGeom prst="ellipse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5144" y="1664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93976" y="2487168"/>
            <a:ext cx="157276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1C2B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93976" y="2487168"/>
            <a:ext cx="1572768" cy="54864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03704" y="2633472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03704" y="3090672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in-memory dict. Persist sessions and user history.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1664208"/>
            <a:ext cx="731520" cy="7315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664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76472" y="2487168"/>
            <a:ext cx="157276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89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76472" y="2487168"/>
            <a:ext cx="1572768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633472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0" y="3090672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flows: diagnose → advise → follow-up.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0136" y="1664208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0136" y="1664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58968" y="2487168"/>
            <a:ext cx="157276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58968" y="2487168"/>
            <a:ext cx="157276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68696" y="2633472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68696" y="3090672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 / HuggingFace Spaces. Auth + rate limiting.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42632" y="1664208"/>
            <a:ext cx="731520" cy="7315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42632" y="1664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41464" y="2487168"/>
            <a:ext cx="157276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41464" y="2487168"/>
            <a:ext cx="157276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51192" y="2633472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51192" y="3090672"/>
            <a:ext cx="13533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 L1-4 measurement. Score trends over time.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737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CoachAI by Incenteev  ·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4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8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next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0" y="365760"/>
            <a:ext cx="2926080" cy="4480560"/>
          </a:xfrm>
          <a:prstGeom prst="rect">
            <a:avLst/>
          </a:prstGeom>
          <a:solidFill>
            <a:srgbClr val="14143A"/>
          </a:solidFill>
          <a:ln w="12700">
            <a:solidFill>
              <a:srgbClr val="8880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685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 coaching_assistant.ipynb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078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coaching_assistant.html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README.md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2377440" cy="0"/>
          </a:xfrm>
          <a:prstGeom prst="line">
            <a:avLst/>
          </a:prstGeom>
          <a:noFill/>
          <a:ln w="9525">
            <a:solidFill>
              <a:srgbClr val="8880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0299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3774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OpenAI GPT-4o-mini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7614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LangChain + FAISS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31455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Flask + FastAPI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52958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Pydantic + Python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986784"/>
            <a:ext cx="2377440" cy="0"/>
          </a:xfrm>
          <a:prstGeom prst="line">
            <a:avLst/>
          </a:prstGeom>
          <a:noFill/>
          <a:ln w="9525">
            <a:solidFill>
              <a:srgbClr val="8880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40965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Incenteev · AI Coaching Platform · 2026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83010"/>
          </a:solidFill>
          <a:ln w="12700">
            <a:solidFill>
              <a:srgbClr val="C830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8737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CoachAI by Incenteev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Coaching Assistant — Incenteev</dc:title>
  <dc:subject>PptxGenJS Presentation</dc:subject>
  <dc:creator>PptxGenJS</dc:creator>
  <cp:lastModifiedBy>PptxGenJS</cp:lastModifiedBy>
  <cp:revision>1</cp:revision>
  <dcterms:created xsi:type="dcterms:W3CDTF">2026-04-25T17:15:38Z</dcterms:created>
  <dcterms:modified xsi:type="dcterms:W3CDTF">2026-04-25T17:15:38Z</dcterms:modified>
</cp:coreProperties>
</file>